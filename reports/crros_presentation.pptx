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FB5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650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89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536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681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301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682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902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507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600826D-7587-4474-8FB2-8391CC7307CB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035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710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284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600826D-7587-4474-8FB2-8391CC7307CB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351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C9C3-165F-08EC-79F3-F59AF2380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8636"/>
            <a:ext cx="9144000" cy="1655763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RetainIQ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: Customer Intelligence &amp; Revenue Optimization ENGINE</a:t>
            </a:r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17273-5575-0229-ED2E-2B0677DEA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84399"/>
            <a:ext cx="9144000" cy="436562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Identifying high-value customers to maximize business impact</a:t>
            </a:r>
            <a:endParaRPr lang="en-IN" sz="2400" b="1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89202A6-0F2C-4316-4DF3-57153FD476B6}"/>
              </a:ext>
            </a:extLst>
          </p:cNvPr>
          <p:cNvSpPr txBox="1">
            <a:spLocks/>
          </p:cNvSpPr>
          <p:nvPr/>
        </p:nvSpPr>
        <p:spPr>
          <a:xfrm>
            <a:off x="1436914" y="5346019"/>
            <a:ext cx="9144000" cy="9833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Abhishek Kumar Gond</a:t>
            </a:r>
          </a:p>
          <a:p>
            <a:r>
              <a:rPr 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Data Science &amp; Analytics (ML)</a:t>
            </a:r>
            <a:endParaRPr lang="en-IN" b="1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984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53C00-7428-1A35-A604-6B6133D0D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C6386C-5ECF-E6E3-612B-451EC7D99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6" y="366485"/>
            <a:ext cx="9144000" cy="722087"/>
          </a:xfrm>
        </p:spPr>
        <p:txBody>
          <a:bodyPr>
            <a:noAutofit/>
          </a:bodyPr>
          <a:lstStyle/>
          <a:p>
            <a:pPr algn="l"/>
            <a:r>
              <a:rPr lang="en-IN" sz="4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E24E8A-C8F1-1E63-37C8-7A02FE530631}"/>
              </a:ext>
            </a:extLst>
          </p:cNvPr>
          <p:cNvSpPr txBox="1"/>
          <p:nvPr/>
        </p:nvSpPr>
        <p:spPr>
          <a:xfrm>
            <a:off x="952500" y="1349828"/>
            <a:ext cx="10287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Not all customers contribute equally to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Marketing budgets are limited.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Targeting the wrong customers leads to wasted spend.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9A67C5-CB2A-17F8-8392-3EA075FAF1A3}"/>
              </a:ext>
            </a:extLst>
          </p:cNvPr>
          <p:cNvSpPr txBox="1"/>
          <p:nvPr/>
        </p:nvSpPr>
        <p:spPr>
          <a:xfrm>
            <a:off x="952500" y="2971799"/>
            <a:ext cx="10287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How do we identify the right customers to maximize revenue efficiently?</a:t>
            </a:r>
            <a:endParaRPr lang="en-IN" sz="2400" b="1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9C579B-AF0E-9FE2-7933-BC7DD358C4E4}"/>
              </a:ext>
            </a:extLst>
          </p:cNvPr>
          <p:cNvSpPr txBox="1"/>
          <p:nvPr/>
        </p:nvSpPr>
        <p:spPr>
          <a:xfrm>
            <a:off x="5905501" y="6122183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accent6">
                    <a:lumMod val="50000"/>
                  </a:schemeClr>
                </a:solidFill>
                <a:highlight>
                  <a:srgbClr val="9BAFB5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Designed by Abhishek Kumar Gond</a:t>
            </a:r>
            <a:endParaRPr lang="en-IN" dirty="0">
              <a:solidFill>
                <a:schemeClr val="accent6">
                  <a:lumMod val="50000"/>
                </a:schemeClr>
              </a:solidFill>
              <a:highlight>
                <a:srgbClr val="9BAFB5"/>
              </a:highligh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868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755C6-D4A7-22F0-8D51-527475158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2FFEBBC-7542-8CB6-F5ED-E22BA0E05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6" y="366485"/>
            <a:ext cx="9144000" cy="722087"/>
          </a:xfrm>
        </p:spPr>
        <p:txBody>
          <a:bodyPr>
            <a:noAutofit/>
          </a:bodyPr>
          <a:lstStyle/>
          <a:p>
            <a:pPr algn="l"/>
            <a:r>
              <a:rPr lang="en-IN" sz="4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APPROACH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69174B-BA8A-0A87-490C-737BE0AF7C10}"/>
              </a:ext>
            </a:extLst>
          </p:cNvPr>
          <p:cNvSpPr txBox="1"/>
          <p:nvPr/>
        </p:nvSpPr>
        <p:spPr>
          <a:xfrm>
            <a:off x="952500" y="1273628"/>
            <a:ext cx="10287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Understand Customer Behavior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Analyze engagement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Purchase patterns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Activity levels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Predict Future Actions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Estimate each customer’s likelihood to: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Churn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Purchase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 Targeting Decisions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Rank customers based on expected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Select top customers within budget constraints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7D5912-C6C0-164E-5594-965F5DE7B0E3}"/>
              </a:ext>
            </a:extLst>
          </p:cNvPr>
          <p:cNvSpPr/>
          <p:nvPr/>
        </p:nvSpPr>
        <p:spPr>
          <a:xfrm>
            <a:off x="3412671" y="5485904"/>
            <a:ext cx="5366657" cy="7787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B86BB6-68D1-600F-2F9C-C1074016EF2F}"/>
              </a:ext>
            </a:extLst>
          </p:cNvPr>
          <p:cNvSpPr txBox="1"/>
          <p:nvPr/>
        </p:nvSpPr>
        <p:spPr>
          <a:xfrm>
            <a:off x="952500" y="5613668"/>
            <a:ext cx="10287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Data → Predictions → Decisions</a:t>
            </a:r>
            <a:endParaRPr lang="en-IN" sz="28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612A30-A254-F4F2-6B07-4868EFA41E6B}"/>
              </a:ext>
            </a:extLst>
          </p:cNvPr>
          <p:cNvSpPr txBox="1"/>
          <p:nvPr/>
        </p:nvSpPr>
        <p:spPr>
          <a:xfrm>
            <a:off x="5823858" y="6260682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6">
                    <a:lumMod val="50000"/>
                  </a:schemeClr>
                </a:solidFill>
                <a:highlight>
                  <a:srgbClr val="9BAFB5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Designed by Abhishek Kumer Gond</a:t>
            </a:r>
            <a:endParaRPr lang="en-IN" b="1" dirty="0">
              <a:solidFill>
                <a:schemeClr val="accent6">
                  <a:lumMod val="50000"/>
                </a:schemeClr>
              </a:solidFill>
              <a:highlight>
                <a:srgbClr val="9BAFB5"/>
              </a:highligh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542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7C3C4-6A74-DBCA-C577-E9B83E09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DDD2B7-68DF-6BF8-42AC-919E1648B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6" y="366485"/>
            <a:ext cx="9144000" cy="722087"/>
          </a:xfrm>
        </p:spPr>
        <p:txBody>
          <a:bodyPr>
            <a:noAutofit/>
          </a:bodyPr>
          <a:lstStyle/>
          <a:p>
            <a:pPr algn="l"/>
            <a:r>
              <a:rPr lang="en-IN" sz="4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476BE2-2E05-E72F-F8B0-11BDD6A2FEDE}"/>
              </a:ext>
            </a:extLst>
          </p:cNvPr>
          <p:cNvSpPr txBox="1"/>
          <p:nvPr/>
        </p:nvSpPr>
        <p:spPr>
          <a:xfrm>
            <a:off x="952501" y="1349828"/>
            <a:ext cx="553538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Customer Value is Uneven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small group of customers contributes significantly more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High-value customers show more consistent behavior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Engagement Drives Purchases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Customers with higher interaction levels are more likely to buy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 engagement is a strong indicator of inactivity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Inactivity Signals Churn Risk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Customers with long inactivity periods are more likely to churn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Recent engagement reduces churn likelihood</a:t>
            </a: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07FDE3-BD28-F621-CF0D-5009C14B8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943" y="1290445"/>
            <a:ext cx="4931229" cy="447402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D62029-7A7B-B403-6758-84F5C2216C6C}"/>
              </a:ext>
            </a:extLst>
          </p:cNvPr>
          <p:cNvSpPr txBox="1"/>
          <p:nvPr/>
        </p:nvSpPr>
        <p:spPr>
          <a:xfrm>
            <a:off x="5823858" y="6260682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6">
                    <a:lumMod val="50000"/>
                  </a:schemeClr>
                </a:solidFill>
                <a:highlight>
                  <a:srgbClr val="9BAFB5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Designed by Abhishek Kumar Gond</a:t>
            </a:r>
            <a:endParaRPr lang="en-IN" b="1" dirty="0">
              <a:solidFill>
                <a:schemeClr val="accent6">
                  <a:lumMod val="50000"/>
                </a:schemeClr>
              </a:solidFill>
              <a:highlight>
                <a:srgbClr val="9BAFB5"/>
              </a:highligh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906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6BCE3-36CF-05E1-0E70-25FD53E6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25B20C-C5D5-7B0E-CBEC-C7063D771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6" y="366485"/>
            <a:ext cx="9144000" cy="722087"/>
          </a:xfrm>
        </p:spPr>
        <p:txBody>
          <a:bodyPr>
            <a:noAutofit/>
          </a:bodyPr>
          <a:lstStyle/>
          <a:p>
            <a:pPr algn="l"/>
            <a:r>
              <a:rPr lang="en-IN" sz="4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CUSTOMER TARGETING STRATEGY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E49690-5F2B-8A31-22C3-26F66319F8B0}"/>
              </a:ext>
            </a:extLst>
          </p:cNvPr>
          <p:cNvSpPr txBox="1"/>
          <p:nvPr/>
        </p:nvSpPr>
        <p:spPr>
          <a:xfrm>
            <a:off x="952500" y="1349828"/>
            <a:ext cx="414201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Key Idea: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Customers were evaluated based on: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Likelihood to purchase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Risk of churn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Decision Logic: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Prioritized customers with: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 purchase likelihood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Manageable churn risk</a:t>
            </a: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4EE355-C846-A39C-AB69-4F27D0603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629" y="1349828"/>
            <a:ext cx="6074757" cy="459377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8CEF7C-FD8B-B09C-2E2E-FEB5F5C6E922}"/>
              </a:ext>
            </a:extLst>
          </p:cNvPr>
          <p:cNvSpPr txBox="1"/>
          <p:nvPr/>
        </p:nvSpPr>
        <p:spPr>
          <a:xfrm>
            <a:off x="5823858" y="6260682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6">
                    <a:lumMod val="50000"/>
                  </a:schemeClr>
                </a:solidFill>
                <a:highlight>
                  <a:srgbClr val="9BAFB5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Designed by Abhishek Kumar Gond</a:t>
            </a:r>
            <a:endParaRPr lang="en-IN" b="1" dirty="0">
              <a:solidFill>
                <a:schemeClr val="accent6">
                  <a:lumMod val="50000"/>
                </a:schemeClr>
              </a:solidFill>
              <a:highlight>
                <a:srgbClr val="9BAFB5"/>
              </a:highligh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671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A98EE-1F2D-57B6-C02E-01F7EC0EB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601AA0-755D-29A3-9AFF-808DD2E99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6" y="366485"/>
            <a:ext cx="9144000" cy="722087"/>
          </a:xfrm>
        </p:spPr>
        <p:txBody>
          <a:bodyPr>
            <a:noAutofit/>
          </a:bodyPr>
          <a:lstStyle/>
          <a:p>
            <a:pPr algn="l"/>
            <a:r>
              <a:rPr lang="en-IN" sz="4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BUSINESS IMPACT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9C5E84-DB8F-9FBE-E261-9EEA948CC1DF}"/>
              </a:ext>
            </a:extLst>
          </p:cNvPr>
          <p:cNvSpPr txBox="1"/>
          <p:nvPr/>
        </p:nvSpPr>
        <p:spPr>
          <a:xfrm>
            <a:off x="952500" y="1349828"/>
            <a:ext cx="103468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Key Outcome: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Targeting a small subset of customers drives significant revenue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Efficiency Insight: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Focused campaigns maximize returns with minimal cost</a:t>
            </a: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D1559B-EF0E-D7A0-4650-C66C60A09906}"/>
              </a:ext>
            </a:extLst>
          </p:cNvPr>
          <p:cNvSpPr txBox="1"/>
          <p:nvPr/>
        </p:nvSpPr>
        <p:spPr>
          <a:xfrm>
            <a:off x="5823858" y="6260682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6">
                    <a:lumMod val="50000"/>
                  </a:schemeClr>
                </a:solidFill>
                <a:highlight>
                  <a:srgbClr val="9BAFB5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Designed by Abhishek Kumar Gond</a:t>
            </a:r>
            <a:endParaRPr lang="en-IN" b="1" dirty="0">
              <a:solidFill>
                <a:schemeClr val="accent6">
                  <a:lumMod val="50000"/>
                </a:schemeClr>
              </a:solidFill>
              <a:highlight>
                <a:srgbClr val="9BAFB5"/>
              </a:highligh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0FCD37-31D5-C324-C28C-33E12BFA7837}"/>
              </a:ext>
            </a:extLst>
          </p:cNvPr>
          <p:cNvSpPr txBox="1"/>
          <p:nvPr/>
        </p:nvSpPr>
        <p:spPr>
          <a:xfrm>
            <a:off x="922562" y="4711912"/>
            <a:ext cx="103468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data-driven targeting strategy delivers high impact with low investment.</a:t>
            </a: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D09000-8D0F-8665-D363-C35C70670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939" y="2934523"/>
            <a:ext cx="9450119" cy="142894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517281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8217D-CEC4-3A6D-D0BA-AAED6670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A39E84-B55B-766C-C470-248B5EB24D7E}"/>
              </a:ext>
            </a:extLst>
          </p:cNvPr>
          <p:cNvSpPr txBox="1">
            <a:spLocks/>
          </p:cNvSpPr>
          <p:nvPr/>
        </p:nvSpPr>
        <p:spPr>
          <a:xfrm>
            <a:off x="1524000" y="1215740"/>
            <a:ext cx="9144000" cy="503266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8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THANK YOU</a:t>
            </a:r>
          </a:p>
          <a:p>
            <a:endParaRPr lang="en-IN" sz="4800" b="1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IN" sz="4800" b="1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IN" sz="4800" b="1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IN" sz="3200" b="1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RetainIQ</a:t>
            </a:r>
            <a:r>
              <a:rPr lang="en-IN" sz="32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Customer Intelligence &amp; Revenue Optimization Engine</a:t>
            </a:r>
          </a:p>
          <a:p>
            <a:r>
              <a:rPr lang="en-IN" sz="36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Abhishek Kumar Gond</a:t>
            </a:r>
          </a:p>
        </p:txBody>
      </p:sp>
    </p:spTree>
    <p:extLst>
      <p:ext uri="{BB962C8B-B14F-4D97-AF65-F5344CB8AC3E}">
        <p14:creationId xmlns:p14="http://schemas.microsoft.com/office/powerpoint/2010/main" val="21494129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Words>268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 Math</vt:lpstr>
      <vt:lpstr>Gill Sans MT</vt:lpstr>
      <vt:lpstr>Parcel</vt:lpstr>
      <vt:lpstr>RetainIQ: Customer Intelligence &amp; Revenue Optimization ENGINE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KUMAR GOND</dc:creator>
  <cp:lastModifiedBy>ABHISHEK KUMAR GOND</cp:lastModifiedBy>
  <cp:revision>6</cp:revision>
  <dcterms:created xsi:type="dcterms:W3CDTF">2026-04-18T12:43:04Z</dcterms:created>
  <dcterms:modified xsi:type="dcterms:W3CDTF">2026-08-27T10:06:30Z</dcterms:modified>
</cp:coreProperties>
</file>